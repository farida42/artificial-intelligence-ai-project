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7"/>
  </p:notesMasterIdLst>
  <p:sldIdLst>
    <p:sldId id="284" r:id="rId2"/>
    <p:sldId id="256" r:id="rId3"/>
    <p:sldId id="285" r:id="rId4"/>
    <p:sldId id="286" r:id="rId5"/>
    <p:sldId id="280" r:id="rId6"/>
  </p:sldIdLst>
  <p:sldSz cx="9144000" cy="5143500" type="screen16x9"/>
  <p:notesSz cx="6858000" cy="9144000"/>
  <p:embeddedFontLst>
    <p:embeddedFont>
      <p:font typeface="Concert One" panose="020B0604020202020204" charset="0"/>
      <p:bold r:id="rId8"/>
      <p:boldItalic r:id="rId9"/>
    </p:embeddedFont>
    <p:embeddedFont>
      <p:font typeface="Berkshire Swash" panose="020B0604020202020204" charset="0"/>
      <p:regular r:id="rId10"/>
    </p:embeddedFont>
    <p:embeddedFont>
      <p:font typeface="SimSun" panose="02010600030101010101" pitchFamily="2" charset="-122"/>
      <p:regular r:id="rId11"/>
    </p:embeddedFont>
    <p:embeddedFont>
      <p:font typeface="Bahnschrift SemiBold" panose="020B0502040204020203" pitchFamily="34" charset="0"/>
      <p:bold r:id="rId12"/>
    </p:embeddedFont>
    <p:embeddedFont>
      <p:font typeface="Roboto Mono Medium" panose="020B0604020202020204" charset="0"/>
      <p:bold r:id="rId13"/>
      <p:boldItalic r:id="rId14"/>
    </p:embeddedFont>
    <p:embeddedFont>
      <p:font typeface="Malgun Gothic" panose="020B0503020000020004" pitchFamily="34" charset="-127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6B4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67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113987131e0_2_2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4" name="Google Shape;324;g113987131e0_2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5058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g113987131e0_2_9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0" name="Google Shape;1000;g113987131e0_2_9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3" Type="http://schemas.openxmlformats.org/officeDocument/2006/relationships/image" Target="../media/image3.png"/><Relationship Id="rId21" Type="http://schemas.openxmlformats.org/officeDocument/2006/relationships/image" Target="../media/image18.png"/><Relationship Id="rId7" Type="http://schemas.openxmlformats.org/officeDocument/2006/relationships/hyperlink" Target="http://pptmon.com/" TargetMode="External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" Type="http://schemas.openxmlformats.org/officeDocument/2006/relationships/image" Target="../media/image2.png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5" Type="http://schemas.openxmlformats.org/officeDocument/2006/relationships/image" Target="../media/image12.png"/><Relationship Id="rId10" Type="http://schemas.openxmlformats.org/officeDocument/2006/relationships/hyperlink" Target="http://www.pptmon.com/" TargetMode="External"/><Relationship Id="rId19" Type="http://schemas.openxmlformats.org/officeDocument/2006/relationships/image" Target="../media/image16.png"/><Relationship Id="rId4" Type="http://schemas.openxmlformats.org/officeDocument/2006/relationships/image" Target="../media/image4.png"/><Relationship Id="rId9" Type="http://schemas.openxmlformats.org/officeDocument/2006/relationships/hyperlink" Target="https://pptmon.com/" TargetMode="External"/><Relationship Id="rId14" Type="http://schemas.openxmlformats.org/officeDocument/2006/relationships/image" Target="../media/image11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3" Type="http://schemas.openxmlformats.org/officeDocument/2006/relationships/image" Target="../media/image7.png"/><Relationship Id="rId21" Type="http://schemas.openxmlformats.org/officeDocument/2006/relationships/image" Target="../media/image18.png"/><Relationship Id="rId7" Type="http://schemas.openxmlformats.org/officeDocument/2006/relationships/image" Target="../media/image3.pn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" Type="http://schemas.openxmlformats.org/officeDocument/2006/relationships/hyperlink" Target="http://pptmon.com/" TargetMode="External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11" Type="http://schemas.openxmlformats.org/officeDocument/2006/relationships/image" Target="../media/image8.png"/><Relationship Id="rId5" Type="http://schemas.openxmlformats.org/officeDocument/2006/relationships/hyperlink" Target="http://www.pptmon.com/" TargetMode="External"/><Relationship Id="rId15" Type="http://schemas.openxmlformats.org/officeDocument/2006/relationships/image" Target="../media/image12.png"/><Relationship Id="rId10" Type="http://schemas.openxmlformats.org/officeDocument/2006/relationships/image" Target="../media/image6.png"/><Relationship Id="rId19" Type="http://schemas.openxmlformats.org/officeDocument/2006/relationships/image" Target="../media/image16.png"/><Relationship Id="rId4" Type="http://schemas.openxmlformats.org/officeDocument/2006/relationships/hyperlink" Target="https://pptmon.com/" TargetMode="External"/><Relationship Id="rId9" Type="http://schemas.openxmlformats.org/officeDocument/2006/relationships/image" Target="../media/image5.png"/><Relationship Id="rId14" Type="http://schemas.openxmlformats.org/officeDocument/2006/relationships/image" Target="../media/image11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3" Type="http://schemas.openxmlformats.org/officeDocument/2006/relationships/image" Target="../media/image7.png"/><Relationship Id="rId21" Type="http://schemas.openxmlformats.org/officeDocument/2006/relationships/image" Target="../media/image18.png"/><Relationship Id="rId7" Type="http://schemas.openxmlformats.org/officeDocument/2006/relationships/image" Target="../media/image3.pn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" Type="http://schemas.openxmlformats.org/officeDocument/2006/relationships/hyperlink" Target="http://pptmon.com/" TargetMode="External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11" Type="http://schemas.openxmlformats.org/officeDocument/2006/relationships/image" Target="../media/image8.png"/><Relationship Id="rId5" Type="http://schemas.openxmlformats.org/officeDocument/2006/relationships/hyperlink" Target="http://www.pptmon.com/" TargetMode="External"/><Relationship Id="rId15" Type="http://schemas.openxmlformats.org/officeDocument/2006/relationships/image" Target="../media/image12.png"/><Relationship Id="rId10" Type="http://schemas.openxmlformats.org/officeDocument/2006/relationships/image" Target="../media/image6.png"/><Relationship Id="rId19" Type="http://schemas.openxmlformats.org/officeDocument/2006/relationships/image" Target="../media/image16.png"/><Relationship Id="rId4" Type="http://schemas.openxmlformats.org/officeDocument/2006/relationships/hyperlink" Target="https://pptmon.com/" TargetMode="External"/><Relationship Id="rId9" Type="http://schemas.openxmlformats.org/officeDocument/2006/relationships/image" Target="../media/image5.png"/><Relationship Id="rId14" Type="http://schemas.openxmlformats.org/officeDocument/2006/relationships/image" Target="../media/image11.pn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3" Type="http://schemas.openxmlformats.org/officeDocument/2006/relationships/hyperlink" Target="http://pptmon.com/" TargetMode="External"/><Relationship Id="rId21" Type="http://schemas.openxmlformats.org/officeDocument/2006/relationships/image" Target="../media/image18.png"/><Relationship Id="rId7" Type="http://schemas.openxmlformats.org/officeDocument/2006/relationships/image" Target="../media/image3.pn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" Type="http://schemas.openxmlformats.org/officeDocument/2006/relationships/image" Target="../media/image2.png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11" Type="http://schemas.openxmlformats.org/officeDocument/2006/relationships/image" Target="../media/image8.png"/><Relationship Id="rId5" Type="http://schemas.openxmlformats.org/officeDocument/2006/relationships/hyperlink" Target="https://pptmon.com/" TargetMode="External"/><Relationship Id="rId15" Type="http://schemas.openxmlformats.org/officeDocument/2006/relationships/image" Target="../media/image12.png"/><Relationship Id="rId10" Type="http://schemas.openxmlformats.org/officeDocument/2006/relationships/image" Target="../media/image6.png"/><Relationship Id="rId19" Type="http://schemas.openxmlformats.org/officeDocument/2006/relationships/image" Target="../media/image16.png"/><Relationship Id="rId4" Type="http://schemas.openxmlformats.org/officeDocument/2006/relationships/image" Target="../media/image7.png"/><Relationship Id="rId9" Type="http://schemas.openxmlformats.org/officeDocument/2006/relationships/image" Target="../media/image5.png"/><Relationship Id="rId14" Type="http://schemas.openxmlformats.org/officeDocument/2006/relationships/image" Target="../media/image11.pn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3" Type="http://schemas.openxmlformats.org/officeDocument/2006/relationships/image" Target="../media/image7.png"/><Relationship Id="rId21" Type="http://schemas.openxmlformats.org/officeDocument/2006/relationships/image" Target="../media/image18.png"/><Relationship Id="rId7" Type="http://schemas.openxmlformats.org/officeDocument/2006/relationships/image" Target="../media/image3.pn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" Type="http://schemas.openxmlformats.org/officeDocument/2006/relationships/hyperlink" Target="http://pptmon.com/" TargetMode="External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11" Type="http://schemas.openxmlformats.org/officeDocument/2006/relationships/image" Target="../media/image8.png"/><Relationship Id="rId5" Type="http://schemas.openxmlformats.org/officeDocument/2006/relationships/hyperlink" Target="http://www.pptmon.com/" TargetMode="External"/><Relationship Id="rId15" Type="http://schemas.openxmlformats.org/officeDocument/2006/relationships/image" Target="../media/image12.png"/><Relationship Id="rId10" Type="http://schemas.openxmlformats.org/officeDocument/2006/relationships/image" Target="../media/image6.png"/><Relationship Id="rId19" Type="http://schemas.openxmlformats.org/officeDocument/2006/relationships/image" Target="../media/image16.png"/><Relationship Id="rId4" Type="http://schemas.openxmlformats.org/officeDocument/2006/relationships/hyperlink" Target="https://pptmon.com/" TargetMode="External"/><Relationship Id="rId9" Type="http://schemas.openxmlformats.org/officeDocument/2006/relationships/image" Target="../media/image5.png"/><Relationship Id="rId1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www.pptmon.com/" TargetMode="External"/><Relationship Id="rId4" Type="http://schemas.openxmlformats.org/officeDocument/2006/relationships/hyperlink" Target="https://pptmon.com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PTMON title">
  <p:cSld name="PPTMON title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872819"/>
            <a:ext cx="9144000" cy="1725930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53" name="Google Shape;53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536171"/>
            <a:ext cx="9144000" cy="828675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54" name="Google Shape;54;p14"/>
          <p:cNvPicPr preferRelativeResize="0"/>
          <p:nvPr/>
        </p:nvPicPr>
        <p:blipFill rotWithShape="1">
          <a:blip r:embed="rId4">
            <a:alphaModFix/>
          </a:blip>
          <a:srcRect l="39638"/>
          <a:stretch/>
        </p:blipFill>
        <p:spPr>
          <a:xfrm>
            <a:off x="0" y="3129108"/>
            <a:ext cx="3256076" cy="1058135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55" name="Google Shape;55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65622" y="3316466"/>
            <a:ext cx="4487646" cy="1125343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56" name="Google Shape;56;p1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492760" y="4078866"/>
            <a:ext cx="5350669" cy="271463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57" name="Google Shape;57;p14">
            <a:hlinkClick r:id="rId7"/>
          </p:cNvPr>
          <p:cNvPicPr preferRelativeResize="0"/>
          <p:nvPr/>
        </p:nvPicPr>
        <p:blipFill rotWithShape="1">
          <a:blip r:embed="rId8">
            <a:alphaModFix/>
          </a:blip>
          <a:srcRect l="29909"/>
          <a:stretch/>
        </p:blipFill>
        <p:spPr>
          <a:xfrm>
            <a:off x="4518422" y="5297943"/>
            <a:ext cx="1299346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>
            <a:hlinkClick r:id="rId9"/>
          </p:cNvPr>
          <p:cNvSpPr txBox="1"/>
          <p:nvPr/>
        </p:nvSpPr>
        <p:spPr>
          <a:xfrm>
            <a:off x="3326232" y="5297943"/>
            <a:ext cx="201797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10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Presentation template by</a:t>
            </a:r>
            <a:endParaRPr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" name="Google Shape;59;p14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93671" y="1831141"/>
            <a:ext cx="547412" cy="331207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60" name="Google Shape;60;p14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473269" y="3823538"/>
            <a:ext cx="3159162" cy="738121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61" name="Google Shape;61;p14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589638" y="3957041"/>
            <a:ext cx="1470985" cy="508427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62" name="Google Shape;62;p14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3378" y="3903831"/>
            <a:ext cx="1515410" cy="577535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63" name="Google Shape;63;p14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380107" y="3658175"/>
            <a:ext cx="2006561" cy="816939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64" name="Google Shape;64;p14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3304838" y="3219967"/>
            <a:ext cx="1313027" cy="1266133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65" name="Google Shape;65;p14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2103149" y="178728"/>
            <a:ext cx="2865265" cy="534849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66" name="Google Shape;66;p14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8589187" y="1468207"/>
            <a:ext cx="283798" cy="725867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67" name="Google Shape;67;p14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4079081" y="4261262"/>
            <a:ext cx="5064919" cy="235744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68" name="Google Shape;68;p14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0" y="4232687"/>
            <a:ext cx="7486650" cy="264319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69" name="Google Shape;69;p14"/>
          <p:cNvPicPr preferRelativeResize="0"/>
          <p:nvPr/>
        </p:nvPicPr>
        <p:blipFill rotWithShape="1">
          <a:blip r:embed="rId21">
            <a:alphaModFix/>
          </a:blip>
          <a:srcRect b="50350"/>
          <a:stretch/>
        </p:blipFill>
        <p:spPr>
          <a:xfrm>
            <a:off x="0" y="4489239"/>
            <a:ext cx="9144000" cy="654261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PTMON slide">
  <p:cSld name="1_PPTMON slide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l="29909"/>
          <a:stretch/>
        </p:blipFill>
        <p:spPr>
          <a:xfrm>
            <a:off x="4518422" y="5297943"/>
            <a:ext cx="1299346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>
            <a:hlinkClick r:id="rId4"/>
          </p:cNvPr>
          <p:cNvSpPr txBox="1"/>
          <p:nvPr/>
        </p:nvSpPr>
        <p:spPr>
          <a:xfrm>
            <a:off x="3326232" y="5297943"/>
            <a:ext cx="201797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Presentation template by</a:t>
            </a:r>
            <a:endParaRPr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 rotWithShape="1">
          <a:blip r:embed="rId6">
            <a:alphaModFix/>
          </a:blip>
          <a:srcRect b="29042"/>
          <a:stretch/>
        </p:blipFill>
        <p:spPr>
          <a:xfrm>
            <a:off x="0" y="3817014"/>
            <a:ext cx="9144000" cy="1224675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74" name="Google Shape;74;p15"/>
          <p:cNvPicPr preferRelativeResize="0"/>
          <p:nvPr/>
        </p:nvPicPr>
        <p:blipFill rotWithShape="1">
          <a:blip r:embed="rId7">
            <a:alphaModFix/>
          </a:blip>
          <a:srcRect b="25880"/>
          <a:stretch/>
        </p:blipFill>
        <p:spPr>
          <a:xfrm>
            <a:off x="0" y="4427477"/>
            <a:ext cx="9144000" cy="614212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75" name="Google Shape;75;p1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52425" y="3961230"/>
            <a:ext cx="4306307" cy="844715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76" name="Google Shape;76;p1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270751" y="3969017"/>
            <a:ext cx="3582517" cy="898368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77" name="Google Shape;77;p1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492760" y="4504443"/>
            <a:ext cx="5350669" cy="271463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78" name="Google Shape;78;p15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433332" y="3475022"/>
            <a:ext cx="359131" cy="217289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79" name="Google Shape;79;p15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495370" y="4398557"/>
            <a:ext cx="2118031" cy="494867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80" name="Google Shape;80;p15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837274" y="4526515"/>
            <a:ext cx="986208" cy="340871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81" name="Google Shape;81;p15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046016" y="4465042"/>
            <a:ext cx="1015993" cy="387203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82" name="Google Shape;82;p15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451772" y="4285835"/>
            <a:ext cx="1345280" cy="547709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83" name="Google Shape;83;p15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90423" y="4023014"/>
            <a:ext cx="880306" cy="848867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84" name="Google Shape;84;p15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6733133" y="192150"/>
            <a:ext cx="1879765" cy="350889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85" name="Google Shape;85;p15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259332" y="3282489"/>
            <a:ext cx="186186" cy="476207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86" name="Google Shape;86;p15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4079081" y="4686839"/>
            <a:ext cx="5064919" cy="235744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87" name="Google Shape;87;p15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0" y="4658264"/>
            <a:ext cx="7486650" cy="264319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88" name="Google Shape;88;p15"/>
          <p:cNvPicPr preferRelativeResize="0"/>
          <p:nvPr/>
        </p:nvPicPr>
        <p:blipFill rotWithShape="1">
          <a:blip r:embed="rId21">
            <a:alphaModFix/>
          </a:blip>
          <a:srcRect b="83235"/>
          <a:stretch/>
        </p:blipFill>
        <p:spPr>
          <a:xfrm>
            <a:off x="0" y="4922582"/>
            <a:ext cx="9144000" cy="220918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PTMON title">
  <p:cSld name="1_PPTMON title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l="29909"/>
          <a:stretch/>
        </p:blipFill>
        <p:spPr>
          <a:xfrm>
            <a:off x="4518422" y="5297943"/>
            <a:ext cx="1299346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6">
            <a:hlinkClick r:id="rId4"/>
          </p:cNvPr>
          <p:cNvSpPr txBox="1"/>
          <p:nvPr/>
        </p:nvSpPr>
        <p:spPr>
          <a:xfrm>
            <a:off x="3326232" y="5297943"/>
            <a:ext cx="201797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Presentation template by</a:t>
            </a:r>
            <a:endParaRPr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flipH="1">
            <a:off x="0" y="2872819"/>
            <a:ext cx="9144000" cy="1725930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93" name="Google Shape;93;p1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flipH="1">
            <a:off x="0" y="3536171"/>
            <a:ext cx="9144000" cy="828675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94" name="Google Shape;94;p16"/>
          <p:cNvPicPr preferRelativeResize="0"/>
          <p:nvPr/>
        </p:nvPicPr>
        <p:blipFill rotWithShape="1">
          <a:blip r:embed="rId8">
            <a:alphaModFix/>
          </a:blip>
          <a:srcRect l="39638"/>
          <a:stretch/>
        </p:blipFill>
        <p:spPr>
          <a:xfrm flipH="1">
            <a:off x="5887924" y="3129108"/>
            <a:ext cx="3256076" cy="1058135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95" name="Google Shape;95;p1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flipH="1">
            <a:off x="290732" y="3316466"/>
            <a:ext cx="4487646" cy="1125343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96" name="Google Shape;96;p16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 flipH="1">
            <a:off x="1300571" y="4078866"/>
            <a:ext cx="5350669" cy="271463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97" name="Google Shape;97;p16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 flipH="1">
            <a:off x="8226718" y="790654"/>
            <a:ext cx="547412" cy="331207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98" name="Google Shape;98;p16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 flipH="1">
            <a:off x="3149896" y="3823538"/>
            <a:ext cx="3159162" cy="738121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99" name="Google Shape;99;p16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 flipH="1">
            <a:off x="83377" y="3957041"/>
            <a:ext cx="1470985" cy="508427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100" name="Google Shape;100;p16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 flipH="1">
            <a:off x="1721704" y="3903831"/>
            <a:ext cx="1515410" cy="577535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101" name="Google Shape;101;p16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 flipH="1">
            <a:off x="5822227" y="3658175"/>
            <a:ext cx="2006561" cy="816939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102" name="Google Shape;102;p16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 flipH="1">
            <a:off x="7632431" y="3219967"/>
            <a:ext cx="1313027" cy="1266133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103" name="Google Shape;103;p16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 flipH="1">
            <a:off x="723620" y="243805"/>
            <a:ext cx="2865265" cy="534849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104" name="Google Shape;104;p16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 flipH="1">
            <a:off x="290732" y="2513005"/>
            <a:ext cx="283798" cy="725867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105" name="Google Shape;105;p16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 flipH="1">
            <a:off x="0" y="4261262"/>
            <a:ext cx="5064919" cy="235744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106" name="Google Shape;106;p16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 flipH="1">
            <a:off x="1657350" y="4232687"/>
            <a:ext cx="7486650" cy="264319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107" name="Google Shape;107;p16"/>
          <p:cNvPicPr preferRelativeResize="0"/>
          <p:nvPr/>
        </p:nvPicPr>
        <p:blipFill rotWithShape="1">
          <a:blip r:embed="rId21">
            <a:alphaModFix/>
          </a:blip>
          <a:srcRect b="50350"/>
          <a:stretch/>
        </p:blipFill>
        <p:spPr>
          <a:xfrm flipH="1">
            <a:off x="0" y="4489239"/>
            <a:ext cx="9144000" cy="654261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PPTMON slide">
  <p:cSld name="10_PPTMON slide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26"/>
          <p:cNvPicPr preferRelativeResize="0"/>
          <p:nvPr/>
        </p:nvPicPr>
        <p:blipFill rotWithShape="1">
          <a:blip r:embed="rId2">
            <a:alphaModFix/>
          </a:blip>
          <a:srcRect r="36813" b="42475"/>
          <a:stretch/>
        </p:blipFill>
        <p:spPr>
          <a:xfrm>
            <a:off x="3366254" y="4026564"/>
            <a:ext cx="5777746" cy="992825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282" name="Google Shape;282;p2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l="29909"/>
          <a:stretch/>
        </p:blipFill>
        <p:spPr>
          <a:xfrm>
            <a:off x="4518422" y="5297943"/>
            <a:ext cx="1299346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6">
            <a:hlinkClick r:id="rId5"/>
          </p:cNvPr>
          <p:cNvSpPr txBox="1"/>
          <p:nvPr/>
        </p:nvSpPr>
        <p:spPr>
          <a:xfrm>
            <a:off x="3326232" y="5297943"/>
            <a:ext cx="201797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Presentation template by</a:t>
            </a:r>
            <a:endParaRPr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4" name="Google Shape;284;p26"/>
          <p:cNvPicPr preferRelativeResize="0"/>
          <p:nvPr/>
        </p:nvPicPr>
        <p:blipFill rotWithShape="1">
          <a:blip r:embed="rId2">
            <a:alphaModFix/>
          </a:blip>
          <a:srcRect l="20807" t="-3163" r="12318" b="32206"/>
          <a:stretch/>
        </p:blipFill>
        <p:spPr>
          <a:xfrm>
            <a:off x="0" y="3817014"/>
            <a:ext cx="6115050" cy="1224675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285" name="Google Shape;285;p26"/>
          <p:cNvPicPr preferRelativeResize="0"/>
          <p:nvPr/>
        </p:nvPicPr>
        <p:blipFill rotWithShape="1">
          <a:blip r:embed="rId7">
            <a:alphaModFix/>
          </a:blip>
          <a:srcRect b="25880"/>
          <a:stretch/>
        </p:blipFill>
        <p:spPr>
          <a:xfrm>
            <a:off x="0" y="4427477"/>
            <a:ext cx="9144000" cy="614212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286" name="Google Shape;286;p2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52425" y="3961230"/>
            <a:ext cx="4306307" cy="844715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287" name="Google Shape;287;p2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270751" y="3969017"/>
            <a:ext cx="3582517" cy="898368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288" name="Google Shape;288;p26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492760" y="4504443"/>
            <a:ext cx="5350669" cy="271463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289" name="Google Shape;289;p26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40501" y="3895531"/>
            <a:ext cx="359131" cy="217289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290" name="Google Shape;290;p26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988544" y="4398557"/>
            <a:ext cx="2118031" cy="494867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291" name="Google Shape;291;p26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674005" y="4526515"/>
            <a:ext cx="986208" cy="340871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292" name="Google Shape;292;p26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205955" y="4465042"/>
            <a:ext cx="1015993" cy="387203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293" name="Google Shape;293;p26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368971" y="4285835"/>
            <a:ext cx="1345280" cy="547709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294" name="Google Shape;294;p26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817506" y="4115683"/>
            <a:ext cx="880307" cy="848867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295" name="Google Shape;295;p26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347254" y="215084"/>
            <a:ext cx="1879765" cy="350889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296" name="Google Shape;296;p26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8857197" y="3576471"/>
            <a:ext cx="186186" cy="476207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297" name="Google Shape;297;p26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4079081" y="4686839"/>
            <a:ext cx="5064919" cy="235744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298" name="Google Shape;298;p26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0" y="4658264"/>
            <a:ext cx="7486650" cy="264319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299" name="Google Shape;299;p26"/>
          <p:cNvPicPr preferRelativeResize="0"/>
          <p:nvPr/>
        </p:nvPicPr>
        <p:blipFill rotWithShape="1">
          <a:blip r:embed="rId21">
            <a:alphaModFix/>
          </a:blip>
          <a:srcRect b="83235"/>
          <a:stretch/>
        </p:blipFill>
        <p:spPr>
          <a:xfrm>
            <a:off x="0" y="4922582"/>
            <a:ext cx="9144000" cy="220918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PPTMON slide">
  <p:cSld name="11_PPTMON slide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2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l="29909"/>
          <a:stretch/>
        </p:blipFill>
        <p:spPr>
          <a:xfrm>
            <a:off x="4518422" y="5297943"/>
            <a:ext cx="1299346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7">
            <a:hlinkClick r:id="rId4"/>
          </p:cNvPr>
          <p:cNvSpPr txBox="1"/>
          <p:nvPr/>
        </p:nvSpPr>
        <p:spPr>
          <a:xfrm>
            <a:off x="3326232" y="5297943"/>
            <a:ext cx="201797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Presentation template by</a:t>
            </a:r>
            <a:endParaRPr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3" name="Google Shape;303;p27"/>
          <p:cNvPicPr preferRelativeResize="0"/>
          <p:nvPr/>
        </p:nvPicPr>
        <p:blipFill rotWithShape="1">
          <a:blip r:embed="rId6">
            <a:alphaModFix/>
          </a:blip>
          <a:srcRect b="29042"/>
          <a:stretch/>
        </p:blipFill>
        <p:spPr>
          <a:xfrm flipH="1">
            <a:off x="0" y="3817014"/>
            <a:ext cx="9144000" cy="1224675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304" name="Google Shape;304;p27"/>
          <p:cNvPicPr preferRelativeResize="0"/>
          <p:nvPr/>
        </p:nvPicPr>
        <p:blipFill rotWithShape="1">
          <a:blip r:embed="rId7">
            <a:alphaModFix/>
          </a:blip>
          <a:srcRect b="25880"/>
          <a:stretch/>
        </p:blipFill>
        <p:spPr>
          <a:xfrm flipH="1">
            <a:off x="0" y="4427477"/>
            <a:ext cx="9144000" cy="614212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305" name="Google Shape;305;p2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flipH="1">
            <a:off x="4485268" y="3961230"/>
            <a:ext cx="4306307" cy="844715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306" name="Google Shape;306;p2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flipH="1">
            <a:off x="290732" y="3969017"/>
            <a:ext cx="3582517" cy="898368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307" name="Google Shape;307;p27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 flipH="1">
            <a:off x="1300571" y="4504443"/>
            <a:ext cx="5350669" cy="271463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308" name="Google Shape;308;p27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 flipH="1">
            <a:off x="351537" y="3475022"/>
            <a:ext cx="359131" cy="217289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309" name="Google Shape;309;p27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 flipH="1">
            <a:off x="5530599" y="4398557"/>
            <a:ext cx="2118031" cy="494867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310" name="Google Shape;310;p27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 flipH="1">
            <a:off x="320518" y="4526515"/>
            <a:ext cx="986208" cy="340871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311" name="Google Shape;311;p27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 flipH="1">
            <a:off x="2081991" y="4465042"/>
            <a:ext cx="1015993" cy="387203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312" name="Google Shape;312;p27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 flipH="1">
            <a:off x="3346948" y="4285835"/>
            <a:ext cx="1345280" cy="547709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313" name="Google Shape;313;p27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 flipH="1">
            <a:off x="8073271" y="4023014"/>
            <a:ext cx="880307" cy="848867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314" name="Google Shape;314;p27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 flipH="1">
            <a:off x="531102" y="192150"/>
            <a:ext cx="1879765" cy="350889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315" name="Google Shape;315;p27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 flipH="1">
            <a:off x="8698482" y="3282489"/>
            <a:ext cx="186186" cy="476207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316" name="Google Shape;316;p27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 flipH="1">
            <a:off x="0" y="4686839"/>
            <a:ext cx="5064919" cy="235744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317" name="Google Shape;317;p27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 flipH="1">
            <a:off x="1657350" y="4658264"/>
            <a:ext cx="7486650" cy="264319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  <p:pic>
        <p:nvPicPr>
          <p:cNvPr id="318" name="Google Shape;318;p27"/>
          <p:cNvPicPr preferRelativeResize="0"/>
          <p:nvPr/>
        </p:nvPicPr>
        <p:blipFill rotWithShape="1">
          <a:blip r:embed="rId21">
            <a:alphaModFix/>
          </a:blip>
          <a:srcRect b="83235"/>
          <a:stretch/>
        </p:blipFill>
        <p:spPr>
          <a:xfrm flipH="1">
            <a:off x="0" y="4922582"/>
            <a:ext cx="9144000" cy="220918"/>
          </a:xfrm>
          <a:prstGeom prst="rect">
            <a:avLst/>
          </a:prstGeom>
          <a:noFill/>
          <a:ln>
            <a:noFill/>
          </a:ln>
          <a:effectLst>
            <a:outerShdw blurRad="127000" sx="101000" sy="101000" algn="tr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PTMON slide">
  <p:cSld name="PPTMON slide">
    <p:bg>
      <p:bgPr>
        <a:solidFill>
          <a:schemeClr val="lt1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2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l="29909"/>
          <a:stretch/>
        </p:blipFill>
        <p:spPr>
          <a:xfrm>
            <a:off x="4518422" y="5297943"/>
            <a:ext cx="1299346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8">
            <a:hlinkClick r:id="rId4"/>
          </p:cNvPr>
          <p:cNvSpPr txBox="1"/>
          <p:nvPr/>
        </p:nvSpPr>
        <p:spPr>
          <a:xfrm>
            <a:off x="3326232" y="5297943"/>
            <a:ext cx="201797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Presentation template by</a:t>
            </a:r>
            <a:endParaRPr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8">
            <a:alphaModFix/>
          </a:blip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71" r:id="rId4"/>
    <p:sldLayoutId id="2147483672" r:id="rId5"/>
    <p:sldLayoutId id="214748367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285" y="466230"/>
            <a:ext cx="922992" cy="936702"/>
          </a:xfrm>
          <a:prstGeom prst="rect">
            <a:avLst/>
          </a:prstGeom>
          <a:solidFill>
            <a:srgbClr val="F2F2F2">
              <a:alpha val="67000"/>
            </a:srgbClr>
          </a:solidFill>
        </p:spPr>
      </p:pic>
      <p:pic>
        <p:nvPicPr>
          <p:cNvPr id="3" name="Picture 2" descr="CSE-2408 Database System Sessional - Mohammad Aman Ullah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26"/>
          <a:stretch>
            <a:fillRect/>
          </a:stretch>
        </p:blipFill>
        <p:spPr bwMode="auto">
          <a:xfrm>
            <a:off x="1547277" y="466230"/>
            <a:ext cx="7041465" cy="936702"/>
          </a:xfrm>
          <a:prstGeom prst="rect">
            <a:avLst/>
          </a:prstGeom>
          <a:solidFill>
            <a:srgbClr val="F2F2F2">
              <a:alpha val="64000"/>
            </a:srgbClr>
          </a:solidFill>
          <a:ln>
            <a:noFill/>
          </a:ln>
        </p:spPr>
      </p:pic>
      <p:sp>
        <p:nvSpPr>
          <p:cNvPr id="4" name="Rectangle 3"/>
          <p:cNvSpPr/>
          <p:nvPr/>
        </p:nvSpPr>
        <p:spPr>
          <a:xfrm>
            <a:off x="1013210" y="1497276"/>
            <a:ext cx="69727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Bahnschrift SemiBold" panose="020B0502040204020203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Dept. of Computer Science &amp; Engineering</a:t>
            </a:r>
            <a:endParaRPr lang="en-US" sz="1200" dirty="0">
              <a:solidFill>
                <a:schemeClr val="bg1"/>
              </a:solidFill>
              <a:effectLst/>
              <a:latin typeface="Bahnschrift SemiBold" panose="020B0502040204020203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19313" y="2356441"/>
            <a:ext cx="7968343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>
                <a:solidFill>
                  <a:schemeClr val="bg1"/>
                </a:solidFill>
                <a:latin typeface="Bahnschrift SemiBold" panose="020B0502040204020203" pitchFamily="34" charset="0"/>
                <a:ea typeface="SimSun" panose="02010600030101010101" pitchFamily="2" charset="-122"/>
                <a:cs typeface="Times New Roman" panose="02020603050405020304" pitchFamily="18" charset="0"/>
                <a:sym typeface="+mn-ea"/>
              </a:rPr>
              <a:t>Semester: </a:t>
            </a:r>
            <a:r>
              <a:rPr lang="en-GB" sz="2400" dirty="0" smtClean="0">
                <a:solidFill>
                  <a:schemeClr val="bg1"/>
                </a:solidFill>
                <a:latin typeface="Bahnschrift SemiBold" panose="020B0502040204020203" pitchFamily="34" charset="0"/>
                <a:ea typeface="SimSun" panose="02010600030101010101" pitchFamily="2" charset="-122"/>
                <a:cs typeface="Times New Roman" panose="02020603050405020304" pitchFamily="18" charset="0"/>
                <a:sym typeface="+mn-ea"/>
              </a:rPr>
              <a:t>6th</a:t>
            </a:r>
          </a:p>
          <a:p>
            <a:r>
              <a:rPr lang="en-GB" sz="2400" b="1" dirty="0" smtClean="0">
                <a:solidFill>
                  <a:schemeClr val="bg1"/>
                </a:solidFill>
                <a:latin typeface="Bahnschrift SemiBold" panose="020B0502040204020203" pitchFamily="34" charset="0"/>
                <a:ea typeface="SimSun" panose="02010600030101010101" pitchFamily="2" charset="-122"/>
                <a:cs typeface="Times New Roman" panose="02020603050405020304" pitchFamily="18" charset="0"/>
                <a:sym typeface="+mn-ea"/>
              </a:rPr>
              <a:t>Section: </a:t>
            </a:r>
            <a:r>
              <a:rPr lang="en-GB" sz="2400" dirty="0" smtClean="0">
                <a:solidFill>
                  <a:schemeClr val="bg1"/>
                </a:solidFill>
                <a:latin typeface="Bahnschrift SemiBold" panose="020B0502040204020203" pitchFamily="34" charset="0"/>
                <a:ea typeface="SimSun" panose="02010600030101010101" pitchFamily="2" charset="-122"/>
                <a:cs typeface="Times New Roman" panose="02020603050405020304" pitchFamily="18" charset="0"/>
                <a:sym typeface="+mn-ea"/>
              </a:rPr>
              <a:t>6AF</a:t>
            </a:r>
            <a:endParaRPr lang="en-US" sz="2400" dirty="0" smtClean="0">
              <a:solidFill>
                <a:schemeClr val="bg1"/>
              </a:solidFill>
              <a:latin typeface="Bahnschrift SemiBold" panose="020B0502040204020203" pitchFamily="34" charset="0"/>
              <a:ea typeface="SimSun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r>
              <a:rPr lang="en-US" sz="2400" b="1" dirty="0" smtClean="0">
                <a:solidFill>
                  <a:schemeClr val="bg1"/>
                </a:solidFill>
                <a:latin typeface="Bahnschrift SemiBold" panose="020B0502040204020203" pitchFamily="34" charset="0"/>
                <a:ea typeface="SimSun" panose="02010600030101010101" pitchFamily="2" charset="-122"/>
                <a:cs typeface="Times New Roman" panose="02020603050405020304" pitchFamily="18" charset="0"/>
                <a:sym typeface="+mn-ea"/>
              </a:rPr>
              <a:t>Course Code: </a:t>
            </a:r>
            <a:r>
              <a:rPr lang="en-US" sz="2400" dirty="0" smtClean="0">
                <a:solidFill>
                  <a:schemeClr val="bg1"/>
                </a:solidFill>
                <a:latin typeface="Bahnschrift SemiBold" panose="020B0502040204020203" pitchFamily="34" charset="0"/>
                <a:ea typeface="SimSun" panose="02010600030101010101" pitchFamily="2" charset="-122"/>
                <a:cs typeface="Times New Roman" panose="02020603050405020304" pitchFamily="18" charset="0"/>
                <a:sym typeface="+mn-ea"/>
              </a:rPr>
              <a:t>CSE-3536</a:t>
            </a:r>
            <a:endParaRPr lang="en-US" sz="2400" dirty="0" smtClean="0">
              <a:solidFill>
                <a:schemeClr val="bg1"/>
              </a:solidFill>
              <a:latin typeface="Bahnschrift SemiBold" panose="020B0502040204020203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sz="2400" b="1" dirty="0" smtClean="0">
                <a:solidFill>
                  <a:schemeClr val="bg1"/>
                </a:solidFill>
                <a:latin typeface="Bahnschrift SemiBold" panose="020B0502040204020203" pitchFamily="34" charset="0"/>
                <a:ea typeface="SimSun" panose="02010600030101010101" pitchFamily="2" charset="-122"/>
                <a:cs typeface="Times New Roman" panose="02020603050405020304" pitchFamily="18" charset="0"/>
                <a:sym typeface="+mn-ea"/>
              </a:rPr>
              <a:t>Course Title:</a:t>
            </a:r>
            <a:r>
              <a:rPr lang="en-US" sz="2400" b="1" dirty="0">
                <a:solidFill>
                  <a:schemeClr val="bg1"/>
                </a:solidFill>
                <a:latin typeface="Bahnschrift SemiBold" panose="020B0502040204020203" pitchFamily="34" charset="0"/>
                <a:ea typeface="SimSun" panose="02010600030101010101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GB" sz="2800" dirty="0" smtClean="0">
                <a:solidFill>
                  <a:schemeClr val="bg1"/>
                </a:solidFill>
                <a:latin typeface="Bahnschrift SemiBold" panose="020B0502040204020203" pitchFamily="34" charset="0"/>
                <a:ea typeface="SimSun" panose="02010600030101010101" pitchFamily="2" charset="-122"/>
              </a:rPr>
              <a:t>Artificial Intelligence Lab </a:t>
            </a:r>
            <a:endParaRPr lang="en-US" sz="1600" dirty="0">
              <a:solidFill>
                <a:schemeClr val="bg1"/>
              </a:solidFill>
              <a:effectLst/>
              <a:latin typeface="Bahnschrift SemiBold" panose="020B0502040204020203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4352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26;p29"/>
          <p:cNvSpPr txBox="1"/>
          <p:nvPr/>
        </p:nvSpPr>
        <p:spPr>
          <a:xfrm>
            <a:off x="702128" y="1459300"/>
            <a:ext cx="7870372" cy="1054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dirty="0" smtClean="0">
                <a:solidFill>
                  <a:schemeClr val="lt1"/>
                </a:solidFill>
                <a:latin typeface="Bahnschrift SemiBold" panose="020B0502040204020203" pitchFamily="34" charset="0"/>
                <a:sym typeface="Berkshire Swash"/>
              </a:rPr>
              <a:t>Animals Identification Expert System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dirty="0" smtClean="0">
                <a:solidFill>
                  <a:schemeClr val="lt1"/>
                </a:solidFill>
                <a:latin typeface="Bahnschrift SemiBold" panose="020B0502040204020203" pitchFamily="34" charset="0"/>
                <a:sym typeface="Berkshire Swash"/>
              </a:rPr>
              <a:t>Using Prolog</a:t>
            </a:r>
            <a:endParaRPr sz="800" b="1" dirty="0">
              <a:latin typeface="Bahnschrift SemiBold" panose="020B05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Internal Storage 5"/>
          <p:cNvSpPr/>
          <p:nvPr/>
        </p:nvSpPr>
        <p:spPr>
          <a:xfrm>
            <a:off x="601887" y="1418280"/>
            <a:ext cx="3418571" cy="2021606"/>
          </a:xfrm>
          <a:prstGeom prst="flowChartInternalStorage">
            <a:avLst/>
          </a:prstGeom>
          <a:solidFill>
            <a:srgbClr val="D3E3D6">
              <a:lumMod val="20000"/>
              <a:lumOff val="80000"/>
            </a:srgbClr>
          </a:soli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  <a:softEdge rad="31750"/>
          </a:effectLst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1600" b="1" i="0" u="sng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hnschrift SemiBold" panose="020B0502040204020203" pitchFamily="34" charset="0"/>
                <a:ea typeface="Roboto Mono Medium" panose="020B0704020202020204" charset="0"/>
                <a:cs typeface="+mn-cs"/>
                <a:sym typeface="+mn-ea"/>
              </a:rPr>
              <a:t>Submitted By:</a:t>
            </a:r>
            <a:endParaRPr kumimoji="0" lang="en-US" sz="1600" b="1" i="0" u="sng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ahnschrift SemiBold" panose="020B0502040204020203" pitchFamily="34" charset="0"/>
              <a:ea typeface="Roboto Mono Medium" panose="020B0704020202020204" charset="0"/>
              <a:cs typeface="+mn-cs"/>
              <a:sym typeface="Arial" panose="020B0604020202020204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endParaRPr kumimoji="0" lang="en-US" sz="1600" b="1" i="0" u="sng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ahnschrift SemiBold" panose="020B0502040204020203" pitchFamily="34" charset="0"/>
              <a:ea typeface="Roboto Mono Medium" panose="020B0704020202020204" charset="0"/>
              <a:cs typeface="+mn-cs"/>
              <a:sym typeface="Arial" panose="020B0604020202020204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pt-BR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hnschrift SemiBold" panose="020B0502040204020203" pitchFamily="34" charset="0"/>
                <a:ea typeface="+mn-ea"/>
                <a:cs typeface="+mn-cs"/>
                <a:sym typeface="Arial" panose="020B0604020202020204"/>
              </a:rPr>
              <a:t>C201203 - Faria Sultana Avir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pt-BR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hnschrift SemiBold" panose="020B0502040204020203" pitchFamily="34" charset="0"/>
                <a:ea typeface="+mn-ea"/>
                <a:cs typeface="+mn-cs"/>
                <a:sym typeface="Arial" panose="020B0604020202020204"/>
              </a:rPr>
              <a:t>C201213 - Faiza Binta Ali C201225 - Khadizatul Kubra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pt-BR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hnschrift SemiBold" panose="020B0502040204020203" pitchFamily="34" charset="0"/>
                <a:ea typeface="+mn-ea"/>
                <a:cs typeface="+mn-cs"/>
                <a:sym typeface="Arial" panose="020B0604020202020204"/>
              </a:rPr>
              <a:t>C201242 - Farida Nusrat</a:t>
            </a:r>
            <a:endParaRPr kumimoji="0" lang="en-US" sz="1600" b="1" i="0" u="sng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ahnschrift SemiBold" panose="020B0502040204020203" pitchFamily="34" charset="0"/>
              <a:ea typeface="Roboto Mono Medium" panose="020B0704020202020204" charset="0"/>
              <a:cs typeface="+mn-cs"/>
              <a:sym typeface="Arial" panose="020B0604020202020204"/>
            </a:endParaRPr>
          </a:p>
        </p:txBody>
      </p:sp>
      <p:sp>
        <p:nvSpPr>
          <p:cNvPr id="7" name="Flowchart: Internal Storage 6"/>
          <p:cNvSpPr/>
          <p:nvPr/>
        </p:nvSpPr>
        <p:spPr>
          <a:xfrm>
            <a:off x="4854571" y="2429083"/>
            <a:ext cx="3418571" cy="2021606"/>
          </a:xfrm>
          <a:prstGeom prst="flowChartInternalStorage">
            <a:avLst/>
          </a:prstGeom>
          <a:solidFill>
            <a:srgbClr val="D3E3D6">
              <a:lumMod val="20000"/>
              <a:lumOff val="80000"/>
            </a:srgbClr>
          </a:soli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  <a:softEdge rad="31750"/>
          </a:effectLst>
        </p:spPr>
        <p:txBody>
          <a:bodyPr rtlCol="0" anchor="ctr"/>
          <a:lstStyle/>
          <a:p>
            <a:pPr>
              <a:defRPr/>
            </a:pPr>
            <a:r>
              <a:rPr lang="en-US" sz="1600" b="1" u="sng" dirty="0" smtClean="0">
                <a:latin typeface="Bahnschrift SemiBold" panose="020B0502040204020203" pitchFamily="34" charset="0"/>
                <a:ea typeface="Roboto Mono Medium" panose="020B0704020202020204" charset="0"/>
                <a:cs typeface="+mn-cs"/>
              </a:rPr>
              <a:t>Submitted To:</a:t>
            </a:r>
          </a:p>
          <a:p>
            <a:pPr>
              <a:defRPr/>
            </a:pPr>
            <a:endParaRPr lang="en-US" sz="1600" b="1" u="sng" dirty="0" smtClean="0">
              <a:latin typeface="Bahnschrift SemiBold" panose="020B0502040204020203" pitchFamily="34" charset="0"/>
              <a:ea typeface="Roboto Mono Medium" panose="020B0704020202020204" charset="0"/>
              <a:cs typeface="+mn-cs"/>
            </a:endParaRPr>
          </a:p>
          <a:p>
            <a:pPr>
              <a:defRPr/>
            </a:pPr>
            <a:r>
              <a:rPr lang="en-GB" sz="1600" dirty="0" smtClean="0">
                <a:latin typeface="Bahnschrift SemiBold" panose="020B0502040204020203" pitchFamily="34" charset="0"/>
                <a:ea typeface="Roboto Mono Medium" panose="020B0704020202020204" charset="0"/>
                <a:cs typeface="+mn-cs"/>
              </a:rPr>
              <a:t>Nazmun Nahar</a:t>
            </a:r>
            <a:endParaRPr lang="en-US" sz="1600" dirty="0" smtClean="0">
              <a:latin typeface="Bahnschrift SemiBold" panose="020B0502040204020203" pitchFamily="34" charset="0"/>
              <a:ea typeface="Roboto Mono Medium" panose="020B0704020202020204" charset="0"/>
              <a:cs typeface="+mn-cs"/>
            </a:endParaRPr>
          </a:p>
          <a:p>
            <a:pPr>
              <a:defRPr/>
            </a:pPr>
            <a:r>
              <a:rPr lang="en-GB" sz="1600" dirty="0" smtClean="0">
                <a:solidFill>
                  <a:prstClr val="black"/>
                </a:solidFill>
                <a:latin typeface="Bahnschrift SemiBold" panose="020B0502040204020203" pitchFamily="34" charset="0"/>
                <a:ea typeface="맑은 고딕"/>
                <a:cs typeface="+mn-cs"/>
              </a:rPr>
              <a:t>Adjunct Faculty.</a:t>
            </a:r>
            <a:endParaRPr lang="en-US" sz="1600" dirty="0" smtClean="0">
              <a:solidFill>
                <a:prstClr val="black"/>
              </a:solidFill>
              <a:latin typeface="Bahnschrift SemiBold" panose="020B0502040204020203" pitchFamily="34" charset="0"/>
              <a:ea typeface="맑은 고딕"/>
              <a:cs typeface="+mn-cs"/>
            </a:endParaRPr>
          </a:p>
          <a:p>
            <a:pPr>
              <a:defRPr/>
            </a:pPr>
            <a:endParaRPr lang="en-US" sz="1600" b="1" u="sng" dirty="0" smtClean="0">
              <a:latin typeface="Roboto Mono Medium" panose="020B0704020202020204" charset="0"/>
              <a:ea typeface="Roboto Mono Medium" panose="020B0704020202020204" charset="0"/>
              <a:cs typeface="+mn-cs"/>
            </a:endParaRPr>
          </a:p>
          <a:p>
            <a:pPr>
              <a:defRPr/>
            </a:pPr>
            <a:endParaRPr lang="en-US" sz="1600" b="1" u="sng" dirty="0" smtClean="0">
              <a:latin typeface="Roboto Mono Medium" panose="020B0704020202020204" charset="0"/>
              <a:ea typeface="Roboto Mono Medium" panose="020B0704020202020204" charset="0"/>
              <a:cs typeface="+mn-cs"/>
            </a:endParaRPr>
          </a:p>
        </p:txBody>
      </p:sp>
      <p:sp>
        <p:nvSpPr>
          <p:cNvPr id="8" name="Google Shape;178;p30"/>
          <p:cNvSpPr txBox="1"/>
          <p:nvPr/>
        </p:nvSpPr>
        <p:spPr>
          <a:xfrm>
            <a:off x="1089174" y="897118"/>
            <a:ext cx="2706584" cy="57921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 sz="900" dirty="0" smtClean="0">
                <a:latin typeface="Concert One" panose="020B0704020202020204" charset="0"/>
              </a:rPr>
              <a:t/>
            </a:r>
            <a:br>
              <a:rPr lang="en-US" sz="900" dirty="0" smtClean="0">
                <a:latin typeface="Concert One" panose="020B0704020202020204" charset="0"/>
              </a:rPr>
            </a:br>
            <a:r>
              <a:rPr lang="en-US" sz="2800" dirty="0" smtClean="0">
                <a:latin typeface="Bahnschrift SemiBold" panose="020B0502040204020203" pitchFamily="34" charset="0"/>
              </a:rPr>
              <a:t/>
            </a:r>
            <a:br>
              <a:rPr lang="en-US" sz="2800" dirty="0" smtClean="0">
                <a:latin typeface="Bahnschrift SemiBold" panose="020B0502040204020203" pitchFamily="34" charset="0"/>
              </a:rPr>
            </a:br>
            <a:r>
              <a:rPr lang="en-US" sz="2000" b="1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GROUP MEMBER</a:t>
            </a:r>
            <a:endParaRPr lang="en-US" sz="2000" b="1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9" name="Google Shape;178;p30"/>
          <p:cNvSpPr txBox="1"/>
          <p:nvPr/>
        </p:nvSpPr>
        <p:spPr>
          <a:xfrm>
            <a:off x="5335934" y="1932224"/>
            <a:ext cx="2811172" cy="579219"/>
          </a:xfrm>
          <a:prstGeom prst="rect">
            <a:avLst/>
          </a:prstGeom>
          <a:effectLst>
            <a:softEdge rad="31750"/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 sz="900" dirty="0" smtClean="0">
                <a:latin typeface="Concert One" panose="020B0704020202020204" charset="0"/>
              </a:rPr>
              <a:t/>
            </a:r>
            <a:br>
              <a:rPr lang="en-US" sz="900" dirty="0" smtClean="0">
                <a:latin typeface="Concert One" panose="020B0704020202020204" charset="0"/>
              </a:rPr>
            </a:br>
            <a:r>
              <a:rPr lang="en-US" sz="2800" dirty="0" smtClean="0">
                <a:solidFill>
                  <a:schemeClr val="bg1"/>
                </a:solidFill>
                <a:latin typeface="Berkshire Swash" panose="020B0604020202020204" charset="0"/>
              </a:rPr>
              <a:t/>
            </a:r>
            <a:br>
              <a:rPr lang="en-US" sz="2800" dirty="0" smtClean="0">
                <a:solidFill>
                  <a:schemeClr val="bg1"/>
                </a:solidFill>
                <a:latin typeface="Berkshire Swash" panose="020B0604020202020204" charset="0"/>
              </a:rPr>
            </a:br>
            <a:r>
              <a:rPr lang="en-US" sz="2000" b="1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COURSE TEACHER</a:t>
            </a:r>
            <a:endParaRPr lang="en-US" sz="2000" b="1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0" name="Google Shape;178;p30"/>
          <p:cNvSpPr txBox="1"/>
          <p:nvPr/>
        </p:nvSpPr>
        <p:spPr>
          <a:xfrm>
            <a:off x="7520940" y="0"/>
            <a:ext cx="1760220" cy="350521"/>
          </a:xfrm>
          <a:prstGeom prst="rect">
            <a:avLst/>
          </a:prstGeom>
          <a:effectLst>
            <a:softEdge rad="31750"/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US" sz="900" dirty="0" smtClean="0">
                <a:latin typeface="Concert One" panose="020B0704020202020204" charset="0"/>
              </a:rPr>
              <a:t/>
            </a:r>
            <a:br>
              <a:rPr lang="en-US" sz="900" dirty="0" smtClean="0">
                <a:latin typeface="Concert One" panose="020B0704020202020204" charset="0"/>
              </a:rPr>
            </a:br>
            <a:r>
              <a:rPr lang="en-US" sz="2800" dirty="0" smtClean="0">
                <a:solidFill>
                  <a:schemeClr val="bg1"/>
                </a:solidFill>
                <a:latin typeface="Berkshire Swash" panose="020B0604020202020204" charset="0"/>
              </a:rPr>
              <a:t/>
            </a:r>
            <a:br>
              <a:rPr lang="en-US" sz="2800" dirty="0" smtClean="0">
                <a:solidFill>
                  <a:schemeClr val="bg1"/>
                </a:solidFill>
                <a:latin typeface="Berkshire Swash" panose="020B0604020202020204" charset="0"/>
              </a:rPr>
            </a:br>
            <a:r>
              <a:rPr lang="en-US" sz="1600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Date:16.06.2023</a:t>
            </a:r>
            <a:endParaRPr lang="en-US" sz="1200" b="1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793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32;p30"/>
          <p:cNvSpPr txBox="1"/>
          <p:nvPr/>
        </p:nvSpPr>
        <p:spPr>
          <a:xfrm>
            <a:off x="631948" y="397490"/>
            <a:ext cx="3918755" cy="56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altLang="ko" sz="3200" b="1" dirty="0" smtClean="0">
                <a:solidFill>
                  <a:schemeClr val="lt1"/>
                </a:solidFill>
                <a:latin typeface="Bahnschrift SemiBold" panose="020B0502040204020203" pitchFamily="34" charset="0"/>
                <a:ea typeface="Berkshire Swash"/>
                <a:cs typeface="Berkshire Swash"/>
                <a:sym typeface="Berkshire Swash"/>
              </a:rPr>
              <a:t>Table of </a:t>
            </a:r>
            <a:r>
              <a:rPr lang="ko" sz="3200" b="1" dirty="0" smtClean="0">
                <a:solidFill>
                  <a:schemeClr val="lt1"/>
                </a:solidFill>
                <a:latin typeface="Bahnschrift SemiBold" panose="020B0502040204020203" pitchFamily="34" charset="0"/>
                <a:ea typeface="Berkshire Swash"/>
                <a:cs typeface="Berkshire Swash"/>
                <a:sym typeface="Berkshire Swash"/>
              </a:rPr>
              <a:t>Contents</a:t>
            </a:r>
            <a:endParaRPr sz="3200" b="1" dirty="0">
              <a:solidFill>
                <a:schemeClr val="lt1"/>
              </a:solidFill>
              <a:latin typeface="Bahnschrift SemiBold" panose="020B0502040204020203" pitchFamily="34" charset="0"/>
              <a:ea typeface="Berkshire Swash"/>
              <a:cs typeface="Berkshire Swash"/>
              <a:sym typeface="Berkshire Swash"/>
            </a:endParaRPr>
          </a:p>
        </p:txBody>
      </p:sp>
      <p:sp>
        <p:nvSpPr>
          <p:cNvPr id="6" name="Google Shape;335;p30"/>
          <p:cNvSpPr/>
          <p:nvPr/>
        </p:nvSpPr>
        <p:spPr>
          <a:xfrm>
            <a:off x="1037771" y="914400"/>
            <a:ext cx="2872087" cy="428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dirty="0" smtClean="0">
                <a:solidFill>
                  <a:schemeClr val="lt1"/>
                </a:solidFill>
                <a:latin typeface="Bahnschrift SemiBold" panose="020B0502040204020203" pitchFamily="34" charset="0"/>
                <a:ea typeface="Berkshire Swash"/>
                <a:cs typeface="Berkshire Swash"/>
                <a:sym typeface="Berkshire Swash"/>
              </a:rPr>
              <a:t>01</a:t>
            </a:r>
            <a:r>
              <a:rPr lang="en-GB" altLang="ko" sz="2000" dirty="0" smtClean="0">
                <a:solidFill>
                  <a:schemeClr val="lt1"/>
                </a:solidFill>
                <a:latin typeface="Bahnschrift SemiBold" panose="020B0502040204020203" pitchFamily="34" charset="0"/>
                <a:ea typeface="Berkshire Swash"/>
                <a:cs typeface="Berkshire Swash"/>
                <a:sym typeface="Berkshire Swash"/>
              </a:rPr>
              <a:t>. </a:t>
            </a:r>
            <a:r>
              <a:rPr lang="en-GB" altLang="ko" sz="2400" dirty="0" smtClean="0">
                <a:solidFill>
                  <a:schemeClr val="lt1"/>
                </a:solidFill>
                <a:latin typeface="Bahnschrift SemiBold" panose="020B0502040204020203" pitchFamily="34" charset="0"/>
                <a:ea typeface="Berkshire Swash"/>
                <a:cs typeface="Berkshire Swash"/>
                <a:sym typeface="Berkshire Swash"/>
              </a:rPr>
              <a:t>Introduction</a:t>
            </a:r>
            <a:endParaRPr sz="2400" dirty="0">
              <a:solidFill>
                <a:schemeClr val="lt1"/>
              </a:solidFill>
              <a:latin typeface="Bahnschrift SemiBold" panose="020B0502040204020203" pitchFamily="34" charset="0"/>
              <a:ea typeface="Berkshire Swash"/>
              <a:cs typeface="Berkshire Swash"/>
              <a:sym typeface="Berkshire Swash"/>
            </a:endParaRPr>
          </a:p>
        </p:txBody>
      </p:sp>
      <p:sp>
        <p:nvSpPr>
          <p:cNvPr id="7" name="Google Shape;341;p30"/>
          <p:cNvSpPr/>
          <p:nvPr/>
        </p:nvSpPr>
        <p:spPr>
          <a:xfrm>
            <a:off x="1014195" y="1285353"/>
            <a:ext cx="2575949" cy="438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dirty="0" smtClean="0">
                <a:solidFill>
                  <a:schemeClr val="lt1"/>
                </a:solidFill>
                <a:latin typeface="Bahnschrift SemiBold" panose="020B0502040204020203" pitchFamily="34" charset="0"/>
                <a:ea typeface="Berkshire Swash"/>
                <a:cs typeface="Berkshire Swash"/>
                <a:sym typeface="Berkshire Swash"/>
              </a:rPr>
              <a:t>0</a:t>
            </a:r>
            <a:r>
              <a:rPr lang="en-GB" altLang="ko" sz="2000" dirty="0" smtClean="0">
                <a:solidFill>
                  <a:schemeClr val="lt1"/>
                </a:solidFill>
                <a:latin typeface="Bahnschrift SemiBold" panose="020B0502040204020203" pitchFamily="34" charset="0"/>
                <a:ea typeface="Berkshire Swash"/>
                <a:cs typeface="Berkshire Swash"/>
                <a:sym typeface="Berkshire Swash"/>
              </a:rPr>
              <a:t>2. </a:t>
            </a:r>
            <a:r>
              <a:rPr lang="en-GB" altLang="ko" sz="2400" dirty="0" smtClean="0">
                <a:solidFill>
                  <a:schemeClr val="lt1"/>
                </a:solidFill>
                <a:latin typeface="Bahnschrift SemiBold" panose="020B0502040204020203" pitchFamily="34" charset="0"/>
                <a:ea typeface="Berkshire Swash"/>
                <a:cs typeface="Berkshire Swash"/>
                <a:sym typeface="Berkshire Swash"/>
              </a:rPr>
              <a:t>Motivation</a:t>
            </a:r>
            <a:r>
              <a:rPr lang="en-GB" altLang="ko" sz="2400" dirty="0" smtClean="0">
                <a:solidFill>
                  <a:schemeClr val="lt1"/>
                </a:solidFill>
                <a:latin typeface="Bahnschrift SemiBold" panose="020B0502040204020203" pitchFamily="34" charset="0"/>
                <a:ea typeface="Berkshire Swash"/>
                <a:cs typeface="Berkshire Swash"/>
                <a:sym typeface="Berkshire Swash"/>
              </a:rPr>
              <a:t> </a:t>
            </a:r>
            <a:endParaRPr lang="en-GB" altLang="ko" sz="2400" dirty="0" smtClean="0">
              <a:solidFill>
                <a:schemeClr val="lt1"/>
              </a:solidFill>
              <a:latin typeface="Bahnschrift SemiBold" panose="020B0502040204020203" pitchFamily="34" charset="0"/>
              <a:ea typeface="Berkshire Swash"/>
              <a:cs typeface="Berkshire Swash"/>
              <a:sym typeface="Berkshire Swash"/>
            </a:endParaRPr>
          </a:p>
        </p:txBody>
      </p:sp>
      <p:sp>
        <p:nvSpPr>
          <p:cNvPr id="8" name="Google Shape;341;p30"/>
          <p:cNvSpPr/>
          <p:nvPr/>
        </p:nvSpPr>
        <p:spPr>
          <a:xfrm>
            <a:off x="1014196" y="1628326"/>
            <a:ext cx="5641436" cy="438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dirty="0" smtClean="0">
                <a:solidFill>
                  <a:schemeClr val="lt1"/>
                </a:solidFill>
                <a:latin typeface="Bahnschrift SemiBold" panose="020B0502040204020203" pitchFamily="34" charset="0"/>
                <a:ea typeface="Berkshire Swash"/>
                <a:cs typeface="Berkshire Swash"/>
                <a:sym typeface="Berkshire Swash"/>
              </a:rPr>
              <a:t>0</a:t>
            </a:r>
            <a:r>
              <a:rPr lang="en-GB" altLang="ko" sz="2000" dirty="0">
                <a:solidFill>
                  <a:schemeClr val="lt1"/>
                </a:solidFill>
                <a:latin typeface="Bahnschrift SemiBold" panose="020B0502040204020203" pitchFamily="34" charset="0"/>
                <a:ea typeface="Berkshire Swash"/>
                <a:cs typeface="Berkshire Swash"/>
                <a:sym typeface="Berkshire Swash"/>
              </a:rPr>
              <a:t>3</a:t>
            </a:r>
            <a:r>
              <a:rPr lang="en-GB" altLang="ko" sz="2000" dirty="0" smtClean="0">
                <a:solidFill>
                  <a:schemeClr val="lt1"/>
                </a:solidFill>
                <a:latin typeface="Bahnschrift SemiBold" panose="020B0502040204020203" pitchFamily="34" charset="0"/>
                <a:ea typeface="Berkshire Swash"/>
                <a:cs typeface="Berkshire Swash"/>
                <a:sym typeface="Berkshire Swash"/>
              </a:rPr>
              <a:t>. </a:t>
            </a:r>
            <a:r>
              <a:rPr lang="en-GB" altLang="ko" sz="2400" dirty="0" smtClean="0">
                <a:solidFill>
                  <a:schemeClr val="lt1"/>
                </a:solidFill>
                <a:latin typeface="Bahnschrift SemiBold" panose="020B0502040204020203" pitchFamily="34" charset="0"/>
                <a:ea typeface="Berkshire Swash"/>
                <a:cs typeface="Berkshire Swash"/>
                <a:sym typeface="Berkshire Swash"/>
              </a:rPr>
              <a:t>Objectives</a:t>
            </a:r>
            <a:r>
              <a:rPr lang="en-GB" altLang="ko" sz="1800" dirty="0" smtClean="0">
                <a:solidFill>
                  <a:schemeClr val="lt1"/>
                </a:solidFill>
                <a:latin typeface="Bahnschrift SemiBold" panose="020B0502040204020203" pitchFamily="34" charset="0"/>
                <a:ea typeface="Berkshire Swash"/>
                <a:cs typeface="Berkshire Swash"/>
                <a:sym typeface="Berkshire Swash"/>
              </a:rPr>
              <a:t> </a:t>
            </a:r>
            <a:endParaRPr lang="en-GB" altLang="ko" sz="2400" dirty="0" smtClean="0">
              <a:solidFill>
                <a:schemeClr val="lt1"/>
              </a:solidFill>
              <a:latin typeface="Bahnschrift SemiBold" panose="020B0502040204020203" pitchFamily="34" charset="0"/>
              <a:ea typeface="Berkshire Swash"/>
              <a:cs typeface="Berkshire Swash"/>
              <a:sym typeface="Berkshire Swash"/>
            </a:endParaRPr>
          </a:p>
        </p:txBody>
      </p:sp>
      <p:sp>
        <p:nvSpPr>
          <p:cNvPr id="9" name="Google Shape;341;p30"/>
          <p:cNvSpPr/>
          <p:nvPr/>
        </p:nvSpPr>
        <p:spPr>
          <a:xfrm>
            <a:off x="1045028" y="2017486"/>
            <a:ext cx="5610603" cy="433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dirty="0" smtClean="0">
                <a:solidFill>
                  <a:schemeClr val="lt1"/>
                </a:solidFill>
                <a:latin typeface="Bahnschrift SemiBold" panose="020B0502040204020203" pitchFamily="34" charset="0"/>
                <a:ea typeface="Berkshire Swash"/>
                <a:cs typeface="Berkshire Swash"/>
                <a:sym typeface="Berkshire Swash"/>
              </a:rPr>
              <a:t>0</a:t>
            </a:r>
            <a:r>
              <a:rPr lang="en-GB" altLang="ko" sz="2000" dirty="0">
                <a:solidFill>
                  <a:schemeClr val="lt1"/>
                </a:solidFill>
                <a:latin typeface="Bahnschrift SemiBold" panose="020B0502040204020203" pitchFamily="34" charset="0"/>
                <a:ea typeface="Berkshire Swash"/>
                <a:cs typeface="Berkshire Swash"/>
                <a:sym typeface="Berkshire Swash"/>
              </a:rPr>
              <a:t>4</a:t>
            </a:r>
            <a:r>
              <a:rPr lang="en-GB" altLang="ko" sz="2000" dirty="0" smtClean="0">
                <a:solidFill>
                  <a:schemeClr val="lt1"/>
                </a:solidFill>
                <a:latin typeface="Bahnschrift SemiBold" panose="020B0502040204020203" pitchFamily="34" charset="0"/>
                <a:ea typeface="Berkshire Swash"/>
                <a:cs typeface="Berkshire Swash"/>
                <a:sym typeface="Berkshire Swash"/>
              </a:rPr>
              <a:t>. </a:t>
            </a:r>
            <a:r>
              <a:rPr lang="en-GB" altLang="ko" sz="2400" dirty="0" smtClean="0">
                <a:solidFill>
                  <a:schemeClr val="lt1"/>
                </a:solidFill>
                <a:latin typeface="Bahnschrift SemiBold" panose="020B0502040204020203" pitchFamily="34" charset="0"/>
                <a:ea typeface="Berkshire Swash"/>
                <a:cs typeface="Berkshire Swash"/>
                <a:sym typeface="Berkshire Swash"/>
              </a:rPr>
              <a:t>Methodology </a:t>
            </a:r>
            <a:endParaRPr lang="en-GB" altLang="ko" sz="3200" dirty="0" smtClean="0">
              <a:solidFill>
                <a:schemeClr val="lt1"/>
              </a:solidFill>
              <a:latin typeface="Bahnschrift SemiBold" panose="020B0502040204020203" pitchFamily="34" charset="0"/>
              <a:ea typeface="Berkshire Swash"/>
              <a:cs typeface="Berkshire Swash"/>
              <a:sym typeface="Berkshire Swash"/>
            </a:endParaRPr>
          </a:p>
        </p:txBody>
      </p:sp>
      <p:sp>
        <p:nvSpPr>
          <p:cNvPr id="10" name="Google Shape;341;p30"/>
          <p:cNvSpPr/>
          <p:nvPr/>
        </p:nvSpPr>
        <p:spPr>
          <a:xfrm>
            <a:off x="1045028" y="2393108"/>
            <a:ext cx="5610603" cy="433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dirty="0" smtClean="0">
                <a:solidFill>
                  <a:schemeClr val="lt1"/>
                </a:solidFill>
                <a:latin typeface="Bahnschrift SemiBold" panose="020B0502040204020203" pitchFamily="34" charset="0"/>
                <a:ea typeface="Berkshire Swash"/>
                <a:cs typeface="Berkshire Swash"/>
                <a:sym typeface="Berkshire Swash"/>
              </a:rPr>
              <a:t>0</a:t>
            </a:r>
            <a:r>
              <a:rPr lang="en-GB" altLang="ko" sz="2000" dirty="0">
                <a:solidFill>
                  <a:schemeClr val="lt1"/>
                </a:solidFill>
                <a:latin typeface="Bahnschrift SemiBold" panose="020B0502040204020203" pitchFamily="34" charset="0"/>
                <a:ea typeface="Berkshire Swash"/>
                <a:cs typeface="Berkshire Swash"/>
                <a:sym typeface="Berkshire Swash"/>
              </a:rPr>
              <a:t>5</a:t>
            </a:r>
            <a:r>
              <a:rPr lang="en-GB" altLang="ko" sz="2000" dirty="0" smtClean="0">
                <a:solidFill>
                  <a:schemeClr val="lt1"/>
                </a:solidFill>
                <a:latin typeface="Bahnschrift SemiBold" panose="020B0502040204020203" pitchFamily="34" charset="0"/>
                <a:ea typeface="Berkshire Swash"/>
                <a:cs typeface="Berkshire Swash"/>
                <a:sym typeface="Berkshire Swash"/>
              </a:rPr>
              <a:t>. </a:t>
            </a:r>
            <a:r>
              <a:rPr lang="en-GB" altLang="ko" sz="2400" dirty="0" smtClean="0">
                <a:solidFill>
                  <a:schemeClr val="lt1"/>
                </a:solidFill>
                <a:latin typeface="Bahnschrift SemiBold" panose="020B0502040204020203" pitchFamily="34" charset="0"/>
                <a:ea typeface="Berkshire Swash"/>
                <a:cs typeface="Berkshire Swash"/>
                <a:sym typeface="Berkshire Swash"/>
              </a:rPr>
              <a:t>Flow Chart</a:t>
            </a:r>
            <a:r>
              <a:rPr lang="en-GB" altLang="ko" sz="2400" dirty="0" smtClean="0">
                <a:solidFill>
                  <a:schemeClr val="lt1"/>
                </a:solidFill>
                <a:latin typeface="Bahnschrift SemiBold" panose="020B0502040204020203" pitchFamily="34" charset="0"/>
                <a:ea typeface="Berkshire Swash"/>
                <a:cs typeface="Berkshire Swash"/>
                <a:sym typeface="Berkshire Swash"/>
              </a:rPr>
              <a:t> </a:t>
            </a:r>
            <a:endParaRPr lang="en-GB" altLang="ko" sz="3200" dirty="0" smtClean="0">
              <a:solidFill>
                <a:schemeClr val="lt1"/>
              </a:solidFill>
              <a:latin typeface="Bahnschrift SemiBold" panose="020B0502040204020203" pitchFamily="34" charset="0"/>
              <a:ea typeface="Berkshire Swash"/>
              <a:cs typeface="Berkshire Swash"/>
              <a:sym typeface="Berkshire Swash"/>
            </a:endParaRPr>
          </a:p>
        </p:txBody>
      </p:sp>
      <p:sp>
        <p:nvSpPr>
          <p:cNvPr id="11" name="Google Shape;341;p30"/>
          <p:cNvSpPr/>
          <p:nvPr/>
        </p:nvSpPr>
        <p:spPr>
          <a:xfrm>
            <a:off x="1045028" y="2764762"/>
            <a:ext cx="5610603" cy="433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dirty="0" smtClean="0">
                <a:solidFill>
                  <a:schemeClr val="lt1"/>
                </a:solidFill>
                <a:latin typeface="Bahnschrift SemiBold" panose="020B0502040204020203" pitchFamily="34" charset="0"/>
                <a:ea typeface="Berkshire Swash"/>
                <a:cs typeface="Berkshire Swash"/>
                <a:sym typeface="Berkshire Swash"/>
              </a:rPr>
              <a:t>0</a:t>
            </a:r>
            <a:r>
              <a:rPr lang="en-GB" altLang="ko" sz="2000" dirty="0">
                <a:solidFill>
                  <a:schemeClr val="lt1"/>
                </a:solidFill>
                <a:latin typeface="Bahnschrift SemiBold" panose="020B0502040204020203" pitchFamily="34" charset="0"/>
                <a:ea typeface="Berkshire Swash"/>
                <a:cs typeface="Berkshire Swash"/>
                <a:sym typeface="Berkshire Swash"/>
              </a:rPr>
              <a:t>6</a:t>
            </a:r>
            <a:r>
              <a:rPr lang="en-GB" altLang="ko" sz="2000" dirty="0" smtClean="0">
                <a:solidFill>
                  <a:schemeClr val="lt1"/>
                </a:solidFill>
                <a:latin typeface="Bahnschrift SemiBold" panose="020B0502040204020203" pitchFamily="34" charset="0"/>
                <a:ea typeface="Berkshire Swash"/>
                <a:cs typeface="Berkshire Swash"/>
                <a:sym typeface="Berkshire Swash"/>
              </a:rPr>
              <a:t>. </a:t>
            </a:r>
            <a:r>
              <a:rPr lang="en-GB" altLang="ko" sz="2400" dirty="0" smtClean="0">
                <a:solidFill>
                  <a:schemeClr val="lt1"/>
                </a:solidFill>
                <a:latin typeface="Bahnschrift SemiBold" panose="020B0502040204020203" pitchFamily="34" charset="0"/>
                <a:ea typeface="Berkshire Swash"/>
                <a:cs typeface="Berkshire Swash"/>
                <a:sym typeface="Berkshire Swash"/>
              </a:rPr>
              <a:t>Result</a:t>
            </a:r>
            <a:r>
              <a:rPr lang="en-GB" altLang="ko" sz="2400" dirty="0" smtClean="0">
                <a:solidFill>
                  <a:schemeClr val="lt1"/>
                </a:solidFill>
                <a:latin typeface="Bahnschrift SemiBold" panose="020B0502040204020203" pitchFamily="34" charset="0"/>
                <a:ea typeface="Berkshire Swash"/>
                <a:cs typeface="Berkshire Swash"/>
                <a:sym typeface="Berkshire Swash"/>
              </a:rPr>
              <a:t> </a:t>
            </a:r>
            <a:endParaRPr lang="en-GB" altLang="ko" sz="3200" dirty="0" smtClean="0">
              <a:solidFill>
                <a:schemeClr val="lt1"/>
              </a:solidFill>
              <a:latin typeface="Bahnschrift SemiBold" panose="020B0502040204020203" pitchFamily="34" charset="0"/>
              <a:ea typeface="Berkshire Swash"/>
              <a:cs typeface="Berkshire Swash"/>
              <a:sym typeface="Berkshire Swash"/>
            </a:endParaRPr>
          </a:p>
        </p:txBody>
      </p:sp>
      <p:sp>
        <p:nvSpPr>
          <p:cNvPr id="12" name="Google Shape;178;p30"/>
          <p:cNvSpPr txBox="1"/>
          <p:nvPr/>
        </p:nvSpPr>
        <p:spPr>
          <a:xfrm>
            <a:off x="7520940" y="0"/>
            <a:ext cx="1760220" cy="350521"/>
          </a:xfrm>
          <a:prstGeom prst="rect">
            <a:avLst/>
          </a:prstGeom>
          <a:effectLst>
            <a:softEdge rad="31750"/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US" sz="900" dirty="0" smtClean="0">
                <a:latin typeface="Concert One" panose="020B0704020202020204" charset="0"/>
              </a:rPr>
              <a:t/>
            </a:r>
            <a:br>
              <a:rPr lang="en-US" sz="900" dirty="0" smtClean="0">
                <a:latin typeface="Concert One" panose="020B0704020202020204" charset="0"/>
              </a:rPr>
            </a:br>
            <a:r>
              <a:rPr lang="en-US" sz="2800" dirty="0" smtClean="0">
                <a:solidFill>
                  <a:schemeClr val="bg1"/>
                </a:solidFill>
                <a:latin typeface="Berkshire Swash" panose="020B0604020202020204" charset="0"/>
              </a:rPr>
              <a:t/>
            </a:r>
            <a:br>
              <a:rPr lang="en-US" sz="2800" dirty="0" smtClean="0">
                <a:solidFill>
                  <a:schemeClr val="bg1"/>
                </a:solidFill>
                <a:latin typeface="Berkshire Swash" panose="020B0604020202020204" charset="0"/>
              </a:rPr>
            </a:br>
            <a:r>
              <a:rPr lang="en-US" sz="1600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Date:16.06.2023</a:t>
            </a:r>
            <a:endParaRPr lang="en-US" sz="1200" b="1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4" name="Double Bracket 13"/>
          <p:cNvSpPr/>
          <p:nvPr/>
        </p:nvSpPr>
        <p:spPr>
          <a:xfrm>
            <a:off x="8267075" y="3620124"/>
            <a:ext cx="407546" cy="314794"/>
          </a:xfrm>
          <a:prstGeom prst="bracketPair">
            <a:avLst/>
          </a:prstGeom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1</a:t>
            </a:r>
            <a:endParaRPr lang="en-US" sz="24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9722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53"/>
          <p:cNvSpPr txBox="1"/>
          <p:nvPr/>
        </p:nvSpPr>
        <p:spPr>
          <a:xfrm>
            <a:off x="2434935" y="1864593"/>
            <a:ext cx="4291445" cy="900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400" b="0" dirty="0" smtClean="0">
                <a:solidFill>
                  <a:schemeClr val="lt1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Thank</a:t>
            </a:r>
            <a:r>
              <a:rPr lang="en-GB" altLang="ko" sz="5400" b="0" dirty="0" smtClean="0">
                <a:solidFill>
                  <a:schemeClr val="lt1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 You</a:t>
            </a:r>
            <a:r>
              <a:rPr lang="ko" sz="5400" b="0" dirty="0" smtClean="0">
                <a:solidFill>
                  <a:schemeClr val="lt1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 </a:t>
            </a:r>
            <a:r>
              <a:rPr lang="ko" sz="5400" b="0" dirty="0">
                <a:solidFill>
                  <a:schemeClr val="lt1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!</a:t>
            </a:r>
            <a:endParaRPr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PTMON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89</Words>
  <Application>Microsoft Office PowerPoint</Application>
  <PresentationFormat>On-screen Show (16:9)</PresentationFormat>
  <Paragraphs>29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Times New Roman</vt:lpstr>
      <vt:lpstr>Concert One</vt:lpstr>
      <vt:lpstr>Berkshire Swash</vt:lpstr>
      <vt:lpstr>Arial</vt:lpstr>
      <vt:lpstr>SimSun</vt:lpstr>
      <vt:lpstr>Bahnschrift SemiBold</vt:lpstr>
      <vt:lpstr>Roboto Mono Medium</vt:lpstr>
      <vt:lpstr>Malgun Gothic</vt:lpstr>
      <vt:lpstr>PPTMON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Avir</dc:creator>
  <cp:lastModifiedBy>Avir</cp:lastModifiedBy>
  <cp:revision>12</cp:revision>
  <dcterms:modified xsi:type="dcterms:W3CDTF">2023-06-15T12:17:21Z</dcterms:modified>
</cp:coreProperties>
</file>